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75" d="100"/>
          <a:sy n="75" d="100"/>
        </p:scale>
        <p:origin x="54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opkins" userId="414761a2-a39d-49a9-939a-7a64691270b2" providerId="ADAL" clId="{BBE75339-6507-428B-93DB-06AA31F99E2D}"/>
    <pc:docChg chg="undo redo custSel modSld">
      <pc:chgData name="David Hopkins" userId="414761a2-a39d-49a9-939a-7a64691270b2" providerId="ADAL" clId="{BBE75339-6507-428B-93DB-06AA31F99E2D}" dt="2018-06-18T13:49:15.546" v="959" actId="20577"/>
      <pc:docMkLst>
        <pc:docMk/>
      </pc:docMkLst>
    </pc:docChg>
  </pc:docChgLst>
  <pc:docChgLst>
    <pc:chgData name="David Hopkins" userId="414761a2-a39d-49a9-939a-7a64691270b2" providerId="ADAL" clId="{F4C7A770-C28E-42D9-818E-4764ACE9C44E}"/>
    <pc:docChg chg="undo custSel addSld delSld modSld">
      <pc:chgData name="David Hopkins" userId="414761a2-a39d-49a9-939a-7a64691270b2" providerId="ADAL" clId="{F4C7A770-C28E-42D9-818E-4764ACE9C44E}" dt="2018-06-28T09:02:57.046" v="166" actId="962"/>
      <pc:docMkLst>
        <pc:docMk/>
      </pc:docMkLst>
      <pc:sldChg chg="addSp modSp add">
        <pc:chgData name="David Hopkins" userId="414761a2-a39d-49a9-939a-7a64691270b2" providerId="ADAL" clId="{F4C7A770-C28E-42D9-818E-4764ACE9C44E}" dt="2018-06-28T09:02:57.046" v="166" actId="962"/>
        <pc:sldMkLst>
          <pc:docMk/>
          <pc:sldMk cId="3304534977" sldId="258"/>
        </pc:sldMkLst>
        <pc:spChg chg="mod">
          <ac:chgData name="David Hopkins" userId="414761a2-a39d-49a9-939a-7a64691270b2" providerId="ADAL" clId="{F4C7A770-C28E-42D9-818E-4764ACE9C44E}" dt="2018-06-28T09:02:51.441" v="165" actId="164"/>
          <ac:spMkLst>
            <pc:docMk/>
            <pc:sldMk cId="3304534977" sldId="258"/>
            <ac:spMk id="10" creationId="{95650CD8-1EE6-432F-9463-A826B56A873E}"/>
          </ac:spMkLst>
        </pc:spChg>
        <pc:spChg chg="mod">
          <ac:chgData name="David Hopkins" userId="414761a2-a39d-49a9-939a-7a64691270b2" providerId="ADAL" clId="{F4C7A770-C28E-42D9-818E-4764ACE9C44E}" dt="2018-06-28T09:02:51.441" v="165" actId="164"/>
          <ac:spMkLst>
            <pc:docMk/>
            <pc:sldMk cId="3304534977" sldId="258"/>
            <ac:spMk id="17" creationId="{27EEDD8C-A298-4FBE-AD67-AB1AC54EDD8E}"/>
          </ac:spMkLst>
        </pc:spChg>
        <pc:spChg chg="mod">
          <ac:chgData name="David Hopkins" userId="414761a2-a39d-49a9-939a-7a64691270b2" providerId="ADAL" clId="{F4C7A770-C28E-42D9-818E-4764ACE9C44E}" dt="2018-06-28T09:02:51.441" v="165" actId="164"/>
          <ac:spMkLst>
            <pc:docMk/>
            <pc:sldMk cId="3304534977" sldId="258"/>
            <ac:spMk id="20" creationId="{F8A6DF15-9040-43D4-83D9-50874D35BED2}"/>
          </ac:spMkLst>
        </pc:spChg>
        <pc:grpChg chg="add mod">
          <ac:chgData name="David Hopkins" userId="414761a2-a39d-49a9-939a-7a64691270b2" providerId="ADAL" clId="{F4C7A770-C28E-42D9-818E-4764ACE9C44E}" dt="2018-06-28T09:02:57.046" v="166" actId="962"/>
          <ac:grpSpMkLst>
            <pc:docMk/>
            <pc:sldMk cId="3304534977" sldId="258"/>
            <ac:grpSpMk id="2" creationId="{649B1AAF-C809-4BE9-BF2C-18D2A74AB664}"/>
          </ac:grpSpMkLst>
        </pc:grpChg>
        <pc:picChg chg="mod">
          <ac:chgData name="David Hopkins" userId="414761a2-a39d-49a9-939a-7a64691270b2" providerId="ADAL" clId="{F4C7A770-C28E-42D9-818E-4764ACE9C44E}" dt="2018-06-28T09:02:51.441" v="165" actId="164"/>
          <ac:picMkLst>
            <pc:docMk/>
            <pc:sldMk cId="3304534977" sldId="258"/>
            <ac:picMk id="11" creationId="{974115D0-7F9B-4831-8833-0BA54887AB9E}"/>
          </ac:picMkLst>
        </pc:picChg>
      </pc:sldChg>
      <pc:sldChg chg="addSp modSp add">
        <pc:chgData name="David Hopkins" userId="414761a2-a39d-49a9-939a-7a64691270b2" providerId="ADAL" clId="{F4C7A770-C28E-42D9-818E-4764ACE9C44E}" dt="2018-06-28T09:02:42.479" v="164" actId="962"/>
        <pc:sldMkLst>
          <pc:docMk/>
          <pc:sldMk cId="1071561068" sldId="260"/>
        </pc:sldMkLst>
        <pc:spChg chg="mod">
          <ac:chgData name="David Hopkins" userId="414761a2-a39d-49a9-939a-7a64691270b2" providerId="ADAL" clId="{F4C7A770-C28E-42D9-818E-4764ACE9C44E}" dt="2018-06-28T09:02:26.522" v="163" actId="164"/>
          <ac:spMkLst>
            <pc:docMk/>
            <pc:sldMk cId="1071561068" sldId="260"/>
            <ac:spMk id="12" creationId="{2CA8B576-3688-4F36-8A9A-7852B92A0202}"/>
          </ac:spMkLst>
        </pc:spChg>
        <pc:spChg chg="mod">
          <ac:chgData name="David Hopkins" userId="414761a2-a39d-49a9-939a-7a64691270b2" providerId="ADAL" clId="{F4C7A770-C28E-42D9-818E-4764ACE9C44E}" dt="2018-06-28T09:02:26.522" v="163" actId="164"/>
          <ac:spMkLst>
            <pc:docMk/>
            <pc:sldMk cId="1071561068" sldId="260"/>
            <ac:spMk id="13" creationId="{A6817EF0-1454-46EA-8D01-85B74F1678B5}"/>
          </ac:spMkLst>
        </pc:spChg>
        <pc:spChg chg="mod">
          <ac:chgData name="David Hopkins" userId="414761a2-a39d-49a9-939a-7a64691270b2" providerId="ADAL" clId="{F4C7A770-C28E-42D9-818E-4764ACE9C44E}" dt="2018-06-28T09:02:26.522" v="163" actId="164"/>
          <ac:spMkLst>
            <pc:docMk/>
            <pc:sldMk cId="1071561068" sldId="260"/>
            <ac:spMk id="14" creationId="{E6F38A83-0D43-4BB2-A6E1-EF52D195B184}"/>
          </ac:spMkLst>
        </pc:spChg>
        <pc:spChg chg="mod">
          <ac:chgData name="David Hopkins" userId="414761a2-a39d-49a9-939a-7a64691270b2" providerId="ADAL" clId="{F4C7A770-C28E-42D9-818E-4764ACE9C44E}" dt="2018-06-28T09:02:26.522" v="163" actId="164"/>
          <ac:spMkLst>
            <pc:docMk/>
            <pc:sldMk cId="1071561068" sldId="260"/>
            <ac:spMk id="16" creationId="{64C02631-9FDD-4AF6-94C6-2FA9F2831D20}"/>
          </ac:spMkLst>
        </pc:spChg>
        <pc:spChg chg="mod">
          <ac:chgData name="David Hopkins" userId="414761a2-a39d-49a9-939a-7a64691270b2" providerId="ADAL" clId="{F4C7A770-C28E-42D9-818E-4764ACE9C44E}" dt="2018-06-28T09:02:26.522" v="163" actId="164"/>
          <ac:spMkLst>
            <pc:docMk/>
            <pc:sldMk cId="1071561068" sldId="260"/>
            <ac:spMk id="19" creationId="{703C7623-FC76-4CD5-823D-9B14460DB9E1}"/>
          </ac:spMkLst>
        </pc:spChg>
        <pc:spChg chg="mod">
          <ac:chgData name="David Hopkins" userId="414761a2-a39d-49a9-939a-7a64691270b2" providerId="ADAL" clId="{F4C7A770-C28E-42D9-818E-4764ACE9C44E}" dt="2018-06-28T09:02:26.522" v="163" actId="164"/>
          <ac:spMkLst>
            <pc:docMk/>
            <pc:sldMk cId="1071561068" sldId="260"/>
            <ac:spMk id="20" creationId="{2F3500B0-385B-4A8E-970C-87A5162E2948}"/>
          </ac:spMkLst>
        </pc:spChg>
        <pc:spChg chg="mod">
          <ac:chgData name="David Hopkins" userId="414761a2-a39d-49a9-939a-7a64691270b2" providerId="ADAL" clId="{F4C7A770-C28E-42D9-818E-4764ACE9C44E}" dt="2018-06-28T09:02:26.522" v="163" actId="164"/>
          <ac:spMkLst>
            <pc:docMk/>
            <pc:sldMk cId="1071561068" sldId="260"/>
            <ac:spMk id="21" creationId="{3DDB314C-721F-4AB1-903B-8A65D874228D}"/>
          </ac:spMkLst>
        </pc:spChg>
        <pc:spChg chg="mod">
          <ac:chgData name="David Hopkins" userId="414761a2-a39d-49a9-939a-7a64691270b2" providerId="ADAL" clId="{F4C7A770-C28E-42D9-818E-4764ACE9C44E}" dt="2018-06-28T09:02:26.522" v="163" actId="164"/>
          <ac:spMkLst>
            <pc:docMk/>
            <pc:sldMk cId="1071561068" sldId="260"/>
            <ac:spMk id="22" creationId="{AB584A37-30D1-4FA4-900C-FBDB7748536B}"/>
          </ac:spMkLst>
        </pc:spChg>
        <pc:grpChg chg="add mod">
          <ac:chgData name="David Hopkins" userId="414761a2-a39d-49a9-939a-7a64691270b2" providerId="ADAL" clId="{F4C7A770-C28E-42D9-818E-4764ACE9C44E}" dt="2018-06-28T09:02:42.479" v="164" actId="962"/>
          <ac:grpSpMkLst>
            <pc:docMk/>
            <pc:sldMk cId="1071561068" sldId="260"/>
            <ac:grpSpMk id="2" creationId="{39AE75E1-E070-4070-8E35-E143A761AA44}"/>
          </ac:grpSpMkLst>
        </pc:grpChg>
        <pc:picChg chg="mod">
          <ac:chgData name="David Hopkins" userId="414761a2-a39d-49a9-939a-7a64691270b2" providerId="ADAL" clId="{F4C7A770-C28E-42D9-818E-4764ACE9C44E}" dt="2018-06-28T09:02:26.522" v="163" actId="164"/>
          <ac:picMkLst>
            <pc:docMk/>
            <pc:sldMk cId="1071561068" sldId="260"/>
            <ac:picMk id="15" creationId="{1B82359A-FB32-493E-B411-3F0BBC45D5CE}"/>
          </ac:picMkLst>
        </pc:picChg>
        <pc:picChg chg="mod">
          <ac:chgData name="David Hopkins" userId="414761a2-a39d-49a9-939a-7a64691270b2" providerId="ADAL" clId="{F4C7A770-C28E-42D9-818E-4764ACE9C44E}" dt="2018-06-28T09:02:26.522" v="163" actId="164"/>
          <ac:picMkLst>
            <pc:docMk/>
            <pc:sldMk cId="1071561068" sldId="260"/>
            <ac:picMk id="17" creationId="{9F6644C8-9C25-4A33-B37A-9C5FA1BB43E1}"/>
          </ac:picMkLst>
        </pc:picChg>
        <pc:picChg chg="mod">
          <ac:chgData name="David Hopkins" userId="414761a2-a39d-49a9-939a-7a64691270b2" providerId="ADAL" clId="{F4C7A770-C28E-42D9-818E-4764ACE9C44E}" dt="2018-06-28T09:02:26.522" v="163" actId="164"/>
          <ac:picMkLst>
            <pc:docMk/>
            <pc:sldMk cId="1071561068" sldId="260"/>
            <ac:picMk id="23" creationId="{D2614768-D639-430A-A805-FC966946EF5B}"/>
          </ac:picMkLst>
        </pc:picChg>
      </pc:sldChg>
    </pc:docChg>
  </pc:docChgLst>
  <pc:docChgLst>
    <pc:chgData name="David Hopkins" userId="414761a2-a39d-49a9-939a-7a64691270b2" providerId="ADAL" clId="{9C27275A-5004-4488-BB2B-8541C3EB84DB}"/>
    <pc:docChg chg="modSld">
      <pc:chgData name="David Hopkins" userId="414761a2-a39d-49a9-939a-7a64691270b2" providerId="ADAL" clId="{9C27275A-5004-4488-BB2B-8541C3EB84DB}" dt="2018-08-08T09:05:58.341" v="5" actId="2711"/>
      <pc:docMkLst>
        <pc:docMk/>
      </pc:docMkLst>
      <pc:sldChg chg="modSp">
        <pc:chgData name="David Hopkins" userId="414761a2-a39d-49a9-939a-7a64691270b2" providerId="ADAL" clId="{9C27275A-5004-4488-BB2B-8541C3EB84DB}" dt="2018-08-08T09:05:58.341" v="5" actId="2711"/>
        <pc:sldMkLst>
          <pc:docMk/>
          <pc:sldMk cId="3304534977" sldId="258"/>
        </pc:sldMkLst>
        <pc:spChg chg="mod">
          <ac:chgData name="David Hopkins" userId="414761a2-a39d-49a9-939a-7a64691270b2" providerId="ADAL" clId="{9C27275A-5004-4488-BB2B-8541C3EB84DB}" dt="2018-08-08T09:05:54.106" v="4" actId="2711"/>
          <ac:spMkLst>
            <pc:docMk/>
            <pc:sldMk cId="3304534977" sldId="258"/>
            <ac:spMk id="10" creationId="{95650CD8-1EE6-432F-9463-A826B56A873E}"/>
          </ac:spMkLst>
        </pc:spChg>
        <pc:spChg chg="mod">
          <ac:chgData name="David Hopkins" userId="414761a2-a39d-49a9-939a-7a64691270b2" providerId="ADAL" clId="{9C27275A-5004-4488-BB2B-8541C3EB84DB}" dt="2018-08-08T09:05:58.341" v="5" actId="2711"/>
          <ac:spMkLst>
            <pc:docMk/>
            <pc:sldMk cId="3304534977" sldId="258"/>
            <ac:spMk id="20" creationId="{F8A6DF15-9040-43D4-83D9-50874D35BED2}"/>
          </ac:spMkLst>
        </pc:spChg>
      </pc:sldChg>
      <pc:sldChg chg="modSp">
        <pc:chgData name="David Hopkins" userId="414761a2-a39d-49a9-939a-7a64691270b2" providerId="ADAL" clId="{9C27275A-5004-4488-BB2B-8541C3EB84DB}" dt="2018-08-08T09:05:45.474" v="3" actId="2711"/>
        <pc:sldMkLst>
          <pc:docMk/>
          <pc:sldMk cId="1071561068" sldId="260"/>
        </pc:sldMkLst>
        <pc:spChg chg="mod">
          <ac:chgData name="David Hopkins" userId="414761a2-a39d-49a9-939a-7a64691270b2" providerId="ADAL" clId="{9C27275A-5004-4488-BB2B-8541C3EB84DB}" dt="2018-08-08T09:05:45.474" v="3" actId="2711"/>
          <ac:spMkLst>
            <pc:docMk/>
            <pc:sldMk cId="1071561068" sldId="260"/>
            <ac:spMk id="12" creationId="{2CA8B576-3688-4F36-8A9A-7852B92A0202}"/>
          </ac:spMkLst>
        </pc:spChg>
        <pc:spChg chg="mod">
          <ac:chgData name="David Hopkins" userId="414761a2-a39d-49a9-939a-7a64691270b2" providerId="ADAL" clId="{9C27275A-5004-4488-BB2B-8541C3EB84DB}" dt="2018-08-08T09:05:36.469" v="2" actId="2711"/>
          <ac:spMkLst>
            <pc:docMk/>
            <pc:sldMk cId="1071561068" sldId="260"/>
            <ac:spMk id="13" creationId="{A6817EF0-1454-46EA-8D01-85B74F1678B5}"/>
          </ac:spMkLst>
        </pc:spChg>
        <pc:spChg chg="mod">
          <ac:chgData name="David Hopkins" userId="414761a2-a39d-49a9-939a-7a64691270b2" providerId="ADAL" clId="{9C27275A-5004-4488-BB2B-8541C3EB84DB}" dt="2018-08-08T09:05:20.429" v="0" actId="2711"/>
          <ac:spMkLst>
            <pc:docMk/>
            <pc:sldMk cId="1071561068" sldId="260"/>
            <ac:spMk id="14" creationId="{E6F38A83-0D43-4BB2-A6E1-EF52D195B184}"/>
          </ac:spMkLst>
        </pc:spChg>
        <pc:spChg chg="mod">
          <ac:chgData name="David Hopkins" userId="414761a2-a39d-49a9-939a-7a64691270b2" providerId="ADAL" clId="{9C27275A-5004-4488-BB2B-8541C3EB84DB}" dt="2018-08-08T09:05:27.206" v="1" actId="2711"/>
          <ac:spMkLst>
            <pc:docMk/>
            <pc:sldMk cId="1071561068" sldId="260"/>
            <ac:spMk id="21" creationId="{3DDB314C-721F-4AB1-903B-8A65D874228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ages.store.office.com/addinsinstallpage.aspx?rs=en-US&amp;assetid=WA200010725&amp;isWac=True&amp;ui=en-US&amp;ad=US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450924"/>
            <a:ext cx="5943600" cy="2102400"/>
          </a:xfrm>
          <a:prstGeom prst="rect">
            <a:avLst/>
          </a:prstGeom>
          <a:ln>
            <a:noFill/>
          </a:ln>
        </p:spPr>
      </p:pic>
      <p:pic>
        <p:nvPicPr>
          <p:cNvPr id="23" name="CommandButton" descr="Command button for Claude for Microsoft 365.">
            <a:extLst>
              <a:ext uri="{FF2B5EF4-FFF2-40B4-BE49-F238E27FC236}">
                <a16:creationId xmlns:a16="http://schemas.microsoft.com/office/drawing/2014/main" id="{D2614768-D639-430A-A805-FC966946EF5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019" y="3056220"/>
            <a:ext cx="473876" cy="478846"/>
          </a:xfrm>
          <a:prstGeom prst="rect">
            <a:avLst/>
          </a:prstGeom>
          <a:noFill/>
        </p:spPr>
      </p:pic>
      <p:pic>
        <p:nvPicPr>
          <p:cNvPr id="15" name="Add-in_Icon" descr="Icon for Claude for Microsoft 365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https://pages.store.office.com/addinsinstallpage.aspx?rs=en-US&amp;assetid=WA200010725&amp;isWac=True&amp;ui=en-US&amp;ad=US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sp>
        <p:nvSpPr>
          <p:cNvPr id="13" name="GroupName">
            <a:extLst>
              <a:ext uri="{FF2B5EF4-FFF2-40B4-BE49-F238E27FC236}">
                <a16:creationId xmlns:a16="http://schemas.microsoft.com/office/drawing/2014/main" id="{A6817EF0-1454-46EA-8D01-85B74F1678B5}"/>
              </a:ext>
            </a:extLst>
          </p:cNvPr>
          <p:cNvSpPr txBox="1"/>
          <p:nvPr/>
        </p:nvSpPr>
        <p:spPr>
          <a:xfrm>
            <a:off x="5399979" y="3865366"/>
            <a:ext cx="909955" cy="3098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lang="en-GB" sz="800" kern="12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Claude</a:t>
            </a:r>
            <a:endParaRPr lang="en-IE" sz="1200" dirty="0"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666462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Claude for Microsoft 365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561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dd-in_Icon" descr="Icon for Claude for Microsoft 365.">
            <a:extLst>
              <a:ext uri="{FF2B5EF4-FFF2-40B4-BE49-F238E27FC236}">
                <a16:creationId xmlns:a16="http://schemas.microsoft.com/office/drawing/2014/main" id="{974115D0-7F9B-4831-8833-0BA54887AB9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p:sp>
        <p:nvSpPr>
          <p:cNvPr id="20" name="OtherAppsContent">
            <a:extLst>
              <a:ext uri="{FF2B5EF4-FFF2-40B4-BE49-F238E27FC236}">
                <a16:creationId xmlns:a16="http://schemas.microsoft.com/office/drawing/2014/main" id="{F8A6DF15-9040-43D4-83D9-50874D35BED2}"/>
              </a:ext>
            </a:extLst>
          </p:cNvPr>
          <p:cNvSpPr txBox="1"/>
          <p:nvPr/>
        </p:nvSpPr>
        <p:spPr>
          <a:xfrm>
            <a:off x="914400" y="1802618"/>
            <a:ext cx="10076561" cy="33018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>
            <a:normAutofit/>
          </a:bodyPr>
          <a:lstStyle>
            <a:defPPr>
              <a:defRPr lang="en-US"/>
            </a:defPPr>
            <a:lvl1pPr indent="0">
              <a:defRPr sz="1200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indent="0">
              <a:defRPr sz="11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and select your preferred application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OtherAppsHeader">
            <a:extLst>
              <a:ext uri="{FF2B5EF4-FFF2-40B4-BE49-F238E27FC236}">
                <a16:creationId xmlns:a16="http://schemas.microsoft.com/office/drawing/2014/main" id="{27EEDD8C-A298-4FBE-AD67-AB1AC54EDD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54890"/>
            <a:ext cx="10076561" cy="492443"/>
          </a:xfrm>
          <a:prstGeom prst="rect">
            <a:avLst/>
          </a:prstGeom>
          <a:noFill/>
          <a:ln>
            <a:noFill/>
          </a:ln>
        </p:spPr>
        <p:txBody>
          <a:bodyPr wrap="square" lIns="0" rtlCol="0">
            <a:normAutofit/>
          </a:bodyPr>
          <a:lstStyle/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Try this add-in in Excel or Word</a:t>
            </a:r>
          </a:p>
        </p:txBody>
      </p:sp>
      <p:sp>
        <p:nvSpPr>
          <p:cNvPr id="10" name="Add-in_Banner">
            <a:extLst>
              <a:ext uri="{FF2B5EF4-FFF2-40B4-BE49-F238E27FC236}">
                <a16:creationId xmlns:a16="http://schemas.microsoft.com/office/drawing/2014/main" id="{95650CD8-1EE6-432F-9463-A826B56A873E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Claude for Microsoft 365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534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2ac99b4-ffa0-4ef2-a53d-489e3e91f68a}">
  <we:reference id="WA200010725" version="1.0.0.1" store="en-US" storeType="OMEX"/>
  <we:alternateReferences/>
  <we:properties>
    <we:property name="Microsoft.Office.CampaignId" value="&quot;none&quot;"/>
    <we:property name="claude.fileId" value="&quot;50fc4a5a-bd72-4b04-b9ce-2a5b2d014d7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Launch the add-in</vt:lpstr>
      <vt:lpstr>Try this add-in in Excel or Word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Paul Johnson</cp:lastModifiedBy>
  <cp:revision>3</cp:revision>
  <dcterms:created xsi:type="dcterms:W3CDTF">2018-06-07T21:39:02Z</dcterms:created>
  <dcterms:modified xsi:type="dcterms:W3CDTF">2026-10-21T07:45:34Z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